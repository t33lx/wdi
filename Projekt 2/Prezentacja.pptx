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Lato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11" Type="http://schemas.openxmlformats.org/officeDocument/2006/relationships/slide" Target="slides/slide6.xml"/><Relationship Id="rId22" Type="http://schemas.openxmlformats.org/officeDocument/2006/relationships/font" Target="fonts/Lato-bold.fntdata"/><Relationship Id="rId10" Type="http://schemas.openxmlformats.org/officeDocument/2006/relationships/slide" Target="slides/slide5.xml"/><Relationship Id="rId21" Type="http://schemas.openxmlformats.org/officeDocument/2006/relationships/font" Target="fonts/Lato-regular.fntdata"/><Relationship Id="rId13" Type="http://schemas.openxmlformats.org/officeDocument/2006/relationships/slide" Target="slides/slide8.xml"/><Relationship Id="rId24" Type="http://schemas.openxmlformats.org/officeDocument/2006/relationships/font" Target="fonts/Lato-boldItalic.fntdata"/><Relationship Id="rId12" Type="http://schemas.openxmlformats.org/officeDocument/2006/relationships/slide" Target="slides/slide7.xml"/><Relationship Id="rId23" Type="http://schemas.openxmlformats.org/officeDocument/2006/relationships/font" Target="fonts/Lato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aleway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aleway-italic.fntdata"/><Relationship Id="rId6" Type="http://schemas.openxmlformats.org/officeDocument/2006/relationships/slide" Target="slides/slide1.xml"/><Relationship Id="rId18" Type="http://schemas.openxmlformats.org/officeDocument/2006/relationships/font" Target="fonts/Raleway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ac73d76e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ac73d76e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a2c09c44b5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a2c09c44b5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a2c09c44b5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a2c09c44b5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a2c09c44b5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a2c09c44b5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a2c09c44b5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a2c09c44b5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a2c09c44b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a2c09c44b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a2c09c44b5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a2c09c44b5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a2c09c44b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a2c09c44b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a2c09c44b5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a2c09c44b5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a2c09c44b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a2c09c44b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a2c09c44b5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a2c09c44b5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png"/><Relationship Id="rId4" Type="http://schemas.openxmlformats.org/officeDocument/2006/relationships/image" Target="../media/image19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Relationship Id="rId4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Relationship Id="rId4" Type="http://schemas.openxmlformats.org/officeDocument/2006/relationships/image" Target="../media/image13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 sz="4000"/>
              <a:t>Przydatne aplikacje przenośne</a:t>
            </a:r>
            <a:endParaRPr sz="4000"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Przeglądarki internetowe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375" y="199022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6400" y="237447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434475" y="1947200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LibreOffice</a:t>
            </a:r>
            <a:endParaRPr/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7525" y="2397875"/>
            <a:ext cx="2495550" cy="182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6025" y="970400"/>
            <a:ext cx="5807250" cy="40917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GIMP</a:t>
            </a:r>
            <a:endParaRPr/>
          </a:p>
        </p:txBody>
      </p:sp>
      <p:sp>
        <p:nvSpPr>
          <p:cNvPr id="110" name="Google Shape;110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1" name="Google Shape;11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8945" y="1112950"/>
            <a:ext cx="5908854" cy="359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KeePassXC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6074" y="901475"/>
            <a:ext cx="5706101" cy="4242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225" y="2122025"/>
            <a:ext cx="24384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8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Lightshot</a:t>
            </a:r>
            <a:endParaRPr/>
          </a:p>
        </p:txBody>
      </p:sp>
      <p:sp>
        <p:nvSpPr>
          <p:cNvPr id="125" name="Google Shape;125;p18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425" y="1990225"/>
            <a:ext cx="2438400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07813" y="985838"/>
            <a:ext cx="5153025" cy="3781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VLC Player</a:t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34" name="Google Shape;13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925" y="2078874"/>
            <a:ext cx="2504350" cy="265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8279" y="1058674"/>
            <a:ext cx="5849546" cy="367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PuTTy</a:t>
            </a:r>
            <a:endParaRPr/>
          </a:p>
        </p:txBody>
      </p:sp>
      <p:sp>
        <p:nvSpPr>
          <p:cNvPr id="141" name="Google Shape;141;p20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250" y="2078875"/>
            <a:ext cx="2820876" cy="2820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4350" y="1256750"/>
            <a:ext cx="5474075" cy="345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FileZilla</a:t>
            </a:r>
            <a:endParaRPr/>
          </a:p>
        </p:txBody>
      </p:sp>
      <p:sp>
        <p:nvSpPr>
          <p:cNvPr id="149" name="Google Shape;149;p21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0" name="Google Shape;1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7229" y="2329754"/>
            <a:ext cx="1924150" cy="1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19074" y="674275"/>
            <a:ext cx="6049775" cy="433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IrfanView</a:t>
            </a:r>
            <a:endParaRPr/>
          </a:p>
        </p:txBody>
      </p:sp>
      <p:sp>
        <p:nvSpPr>
          <p:cNvPr id="157" name="Google Shape;157;p22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125" y="2201075"/>
            <a:ext cx="2365900" cy="236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01075" y="809848"/>
            <a:ext cx="5468651" cy="422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"/>
              <a:t>Screen2Gif</a:t>
            </a:r>
            <a:endParaRPr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2850" y="2314075"/>
            <a:ext cx="2209800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5400" y="1178398"/>
            <a:ext cx="4492352" cy="363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